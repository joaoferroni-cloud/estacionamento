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2C294-F01A-F36D-47D5-C634012F2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9CA66F-ED1D-32B4-2026-7589AA84E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1CB702-09B4-A121-3C47-F445DE6C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DA5A50-E1E2-7C89-A010-F96F0F7E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31460B-9DC8-9985-3C5E-B22CFD8B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1123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11972-6A37-5FF2-AB5A-337CECFF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54E43F-AE72-5137-14EE-92517A380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54C167-6689-0616-8F68-FCC0DDDBA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987036-DA5C-EC0C-17D9-030939F1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4737EE-D516-1A72-1032-82798F2D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31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F2483-CF7E-A963-ED7E-09F9119E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BB6D8C-93A2-A94B-E629-B73C7749E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6F59C0-ADBA-297C-C759-5916761E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6C63D9-9B78-B7DA-AFC3-135DB832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DB94BA-55C8-FB75-0632-0BF1191F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02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DB49F-6442-A9A2-FF53-C5DF88AA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B25351-A54C-DDA9-292F-8AB854FD1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474191-4133-B2F4-F2C6-10469A153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17FDF0-8D7C-7C5B-39F3-E747E0CD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0667BB-F6AB-28BB-770A-6DB1ABA7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339C3C-FD84-ED8E-7AB5-CC757A15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27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46EBE-73BC-AF88-6C42-19095DC1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B39A20-562D-3B63-44AB-37E798F38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BFC39E-7264-0F44-9165-55B814B59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C05AF4-4A88-1A12-4FE2-82668247B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6AE71E-7628-A504-8B01-C7994F0D3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234AFC2-7873-6053-38CB-776FCB8E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BF1DEB-F0EE-8350-C472-B2DEDAE6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DE1EE21-1A11-E369-426B-C6ABB8518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24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CECD9-8ADD-C65D-A557-B084061F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C01CC8-4F66-260C-D603-3D0497FE5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8DA0CA-0D69-99A2-A3C6-95FA66CA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85FA00-B2E5-DACD-8C39-BB67E840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13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E37837C-84AC-3618-9222-FD336CA1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7F9155-3A8D-7901-3AF3-D4D66AC2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3D630F-0268-F256-C6D0-D1805CB80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27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22781-5559-78B1-BDC5-85CCD7AAF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5FF656-C9F5-59F4-E655-69D05B443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C9794C-A0E3-5552-5CC2-861FCF726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071120-3069-6F63-2E12-9654F5197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6D045C-ECE7-09EB-0DEC-207E49DA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D081D4-7961-8654-D64A-DD55E2DC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85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C03BD-6043-34A0-6AD5-32A51AF7E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23109B-19FF-863D-08C4-E9D4BE198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A6194D-0E5E-BDB1-2E54-D348C3594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A4F200-6900-0F8A-983B-81A268BDE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5D06BD-B8C1-C9BF-DE4E-90A1665B0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9DC68D-C9AC-286E-DA8B-081D99BF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80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9D4D6-EE1A-3A7D-2F3E-7AA17CD9B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E26A49-4740-47FA-F5AB-CDADD8824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73AF9F-CA23-53CD-1E1A-C31346BA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01B400-24A7-1BDF-FACE-0D15D69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5AFE21-388A-50CF-AF24-A5ABA98D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558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01B94C-7F89-AE7A-1A92-86999AA2C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6762BC-50D9-70AC-156C-DF142D2EE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3D4437-B6D6-97E7-5A49-8FC5FC19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E84FDD-C1B8-A5E8-2A98-C559A28E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16C4F5-E075-D9B2-E921-B63A8D2A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97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DD1379F-C006-4281-C071-10DBF2ACB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1CD75A-392A-E55A-E373-800E4689A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D98621-31DF-B1F5-95E7-CFCE641B1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908B0-FF57-4BBD-8E71-E586D43BDFC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7FF616-83F9-8B22-B8A0-5B573C4CF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E78DBD-C111-E285-DE93-34FD1DD32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DDAB3-F91E-44EB-B5E3-CEAF9E20F3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08A52-4B22-B7BB-8F47-D446619F5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022A4-08B6-DBB1-A81D-DCCC9672EF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BC531B-3F5E-3741-7368-83EDC3190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70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791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2299A-756D-EC8C-043D-7DD4E8B7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ADE65-4A51-2C0B-A9B6-0ED1F6769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15D3B8F-6607-5304-371B-B5C67C3ED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10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DD1D2F6-3DB2-2E46-A886-6CDC394BD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85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A06B8E1-3367-0440-9FA2-66DDA9DEC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0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8A29F1A-301B-2C59-9E83-A2ED3CF84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1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51AE72C-7079-6324-18B3-CD90696A0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69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961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Silva Oliveira</dc:creator>
  <cp:lastModifiedBy>Eduardo Silva Oliveira</cp:lastModifiedBy>
  <cp:revision>1</cp:revision>
  <dcterms:created xsi:type="dcterms:W3CDTF">2026-03-18T23:09:17Z</dcterms:created>
  <dcterms:modified xsi:type="dcterms:W3CDTF">2026-03-18T23:14:16Z</dcterms:modified>
</cp:coreProperties>
</file>